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2D77E-73CF-AB8E-0E31-32F536CB33A7}" v="1" dt="2026-08-17T06:01:17.971"/>
    <p1510:client id="{7AA31E12-A7C3-E66F-6D73-31B253BD08B2}" v="17" dt="2026-08-17T08:05:45.625"/>
    <p1510:client id="{FF1246B5-FF93-7FC4-3E88-36AA98D66BF6}" v="1" dt="2026-08-17T06:14:57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72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Product Search &amp; Recommendation Engine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how customers search and how products are listed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4251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when a query doesn't share exact words with a listing.</a:t>
            </a:r>
            <a:endParaRPr lang="en-US" sz="1600"/>
          </a:p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“cozy winter jacket” misses a product titled “Children's Insulated Parka.” Traditional keyword matching can't make that connection — meaning-based (semantic) search can.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flow, from raw catalog to ranked results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Catalog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normalize product data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087368" y="251460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521208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Products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product into a vector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7836408" y="251460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96112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 for fast similarity lookup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146304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user's search text the same way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4087368" y="49377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521208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Recommend</a:t>
            </a:r>
            <a:endParaRPr lang="en-US" sz="150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nearest-neighbor products by meaning, not keywords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7836408" y="49377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804672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27532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896112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</a:t>
            </a:r>
            <a:endParaRPr lang="en-US" sz="1500"/>
          </a:p>
        </p:txBody>
      </p:sp>
      <p:sp>
        <p:nvSpPr>
          <p:cNvPr id="37" name="Text 35"/>
          <p:cNvSpPr/>
          <p:nvPr/>
        </p:nvSpPr>
        <p:spPr>
          <a:xfrm>
            <a:off x="827532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similarity with business signals (rating, stock) before returning results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 paths converge into a shared embedding &amp; retrieval pipeline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6949440" cy="420624"/>
          </a:xfrm>
          <a:prstGeom prst="roundRect">
            <a:avLst>
              <a:gd name="adj" fmla="val 17391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(JSON)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977640" y="18836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671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catalog.py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normalize + combine title / description / attributes / category into one text field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977640" y="26517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85800" y="2779776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2549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embeddings.py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22960" y="305409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(all-MiniLM-L6-v2) → normalized vector embeddings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977640" y="33101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838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index.py — FAISS IndexFlatIP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22960" y="37124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inner product on normalized vectors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977640" y="39684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685800" y="409651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422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822960" y="437083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 and  /products/{id}/similar endpoints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977640" y="462686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006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reranker.py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 = similarity(0.70) + normalized_rating(0.20) + in_stock_bonus(0.10)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977640" y="52852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685800" y="5413248"/>
            <a:ext cx="6949440" cy="420624"/>
          </a:xfrm>
          <a:prstGeom prst="roundRect">
            <a:avLst>
              <a:gd name="adj" fmla="val 17391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41324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JSON response to client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8001000" y="2514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input paths</a:t>
            </a:r>
            <a:endParaRPr lang="en-US" sz="1250"/>
          </a:p>
        </p:txBody>
      </p:sp>
      <p:sp>
        <p:nvSpPr>
          <p:cNvPr id="31" name="Text 29"/>
          <p:cNvSpPr/>
          <p:nvPr/>
        </p:nvSpPr>
        <p:spPr>
          <a:xfrm>
            <a:off x="8229600" y="30449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Full catalog at index-build time
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 single user query or source product at request time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7635240" y="3291840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Recommendation: Retrieve, Then Re-rank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/search and /products/{id}/similar follow the same two-stage pattern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more than needed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2x the requested results (or +10) from FAISS purely on semantic similarity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717804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 with business signals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weighted formula so rating and stock availability can actually reorder the candidate pool, not just relabel it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852160" y="22174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29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Recommendation-specific: 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product's own embedding as the query, and explicitly excludes the source product from its own results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FROM ACTUAL TEST RUN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r>
              <a:rPr lang="en-US" sz="14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“cozy winter jacket”  →  top result: </a:t>
            </a:r>
            <a:r>
              <a:rPr lang="en-US" sz="1450" b="1" i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 Flannel-Lined Denim Jacket</a:t>
            </a:r>
            <a:r>
              <a:rPr lang="en-US" sz="145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(similarity 0.593), despite zero shared keywords with the query</a:t>
            </a:r>
            <a:endParaRPr lang="en-US" sz="145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Why We Chose It</a:t>
            </a:r>
            <a:endParaRPr lang="en-US" sz="3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332222"/>
              </p:ext>
            </p:extLst>
          </p:nvPr>
        </p:nvGraphicFramePr>
        <p:xfrm>
          <a:off x="555812" y="1691640"/>
          <a:ext cx="11057068" cy="4389120"/>
        </p:xfrm>
        <a:graphic>
          <a:graphicData uri="http://schemas.openxmlformats.org/drawingml/2006/table">
            <a:tbl>
              <a:tblPr/>
              <a:tblGrid>
                <a:gridCol w="1913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(~80MB), fast, strong semantic quality for short product text, runs fully locally with no API key or cost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index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IndexFlatIP 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L2-normalized vectors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cosine similarity, no approximation error — appropriate at this catalog size; simplicity over premature optimization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framework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interactive Swagger docs (/docs) for demoing and testing every endpoint without building a custom UI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60-product catalog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written with mismatched keyword phrasing (e.g. no outerwear title contains “cozy” or “winter”) to prove semantic search — not keyword luck — is doing the work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3" name="Text 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432" y="371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Design Decisions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of what each choice cost us</a:t>
            </a:r>
            <a:endParaRPr lang="en-US" sz="14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65578"/>
              </p:ext>
            </p:extLst>
          </p:nvPr>
        </p:nvGraphicFramePr>
        <p:xfrm>
          <a:off x="555812" y="1737360"/>
          <a:ext cx="11057068" cy="4480560"/>
        </p:xfrm>
        <a:graphic>
          <a:graphicData uri="http://schemas.openxmlformats.org/drawingml/2006/table">
            <a:tbl>
              <a:tblPr/>
              <a:tblGrid>
                <a:gridCol w="328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gained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traded away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embedding model (MiniLM) over a larger one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free, runs locally, low latency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lower semantic precision than a larger model (e.g. mpnet-base) on subtle/ambiguous queries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FAISS Flat index over approximate (IVF/HNSW)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recall accuracy, simpler to reason about and test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scale efficiently to very large catalogs (fine at 60 products, would need revisiting at 100K+)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dataset over real e-commerce data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to deliberately test the semantic-gap problem the project is meant to solve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prove robustness against messy, inconsistent real-world listing data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retrieve-then-rerank over ranking on similarity alone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signals (rating/stock) can genuinely influence results, not just cosmetic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tunable weighting scheme (0.70/0.20/0.10) that's a judgment call, not a provably optimal split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50223" y="6200107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What This Demonstrates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38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Relevance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 query types: non-keyword-matching, paraphrase, vague/broad, no-good-match, and cross-category semantic-gap queries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38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Quality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multiple categories (electronics, outerwear, etc.) with self-exclusion confirmed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 Impact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an explicit out-of-stock demotion test — confirms business signals aren't just present in code but actually change output order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537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automated test suite (pytest) covering search, recommendations, and re-ranking logic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2026-08-17T10:42:54Z</dcterms:modified>
</cp:coreProperties>
</file>